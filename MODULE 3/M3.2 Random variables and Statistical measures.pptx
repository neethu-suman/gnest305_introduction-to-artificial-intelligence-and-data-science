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2" r:id="rId2"/>
    <p:sldId id="303" r:id="rId3"/>
    <p:sldId id="304" r:id="rId4"/>
    <p:sldId id="305" r:id="rId5"/>
    <p:sldId id="306" r:id="rId6"/>
    <p:sldId id="307" r:id="rId7"/>
    <p:sldId id="308" r:id="rId8"/>
    <p:sldId id="310" r:id="rId9"/>
    <p:sldId id="311" r:id="rId10"/>
    <p:sldId id="267" r:id="rId11"/>
    <p:sldId id="268" r:id="rId12"/>
    <p:sldId id="312" r:id="rId13"/>
    <p:sldId id="313" r:id="rId14"/>
    <p:sldId id="314" r:id="rId15"/>
    <p:sldId id="315" r:id="rId16"/>
    <p:sldId id="316" r:id="rId17"/>
    <p:sldId id="317" r:id="rId18"/>
    <p:sldId id="318" r:id="rId19"/>
    <p:sldId id="319" r:id="rId20"/>
    <p:sldId id="320" r:id="rId21"/>
    <p:sldId id="321" r:id="rId22"/>
    <p:sldId id="322" r:id="rId23"/>
    <p:sldId id="323" r:id="rId24"/>
    <p:sldId id="339" r:id="rId25"/>
    <p:sldId id="324" r:id="rId26"/>
    <p:sldId id="325" r:id="rId27"/>
    <p:sldId id="326" r:id="rId28"/>
    <p:sldId id="327" r:id="rId29"/>
    <p:sldId id="328" r:id="rId30"/>
    <p:sldId id="329" r:id="rId31"/>
    <p:sldId id="330" r:id="rId32"/>
    <p:sldId id="331" r:id="rId33"/>
    <p:sldId id="332" r:id="rId34"/>
    <p:sldId id="333" r:id="rId35"/>
    <p:sldId id="334" r:id="rId36"/>
    <p:sldId id="335" r:id="rId37"/>
    <p:sldId id="336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3AABD-1CE3-E370-62CB-73D4A59160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67A248-06CE-6160-658E-092B2FE8DF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B80A62-C30C-2D88-BAB9-B0A291223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E8B-0A86-4C8E-9261-3B1BF0C71F5D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86187F-7B1D-901C-8526-1066E49F7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A17F8-AAE9-DB50-D431-A9B690FC2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539C5-B9CB-4F22-B0FE-F4BFB2E1A1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8010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A6072-3DCF-DC09-E77A-4706172F9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0672A-2C65-E0CB-8715-00491BA23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760DFF-AB71-4C09-315D-12513F25E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E8B-0A86-4C8E-9261-3B1BF0C71F5D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CB524-F212-3A49-0494-2978B6907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E6240A-1163-165F-1F40-F3D02F2F4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539C5-B9CB-4F22-B0FE-F4BFB2E1A1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933543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42B17-E375-9873-6313-B2FF66E79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B6593D-FAD7-34AB-4058-AC8D5DD88D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F34E9B-9188-18BA-147E-D96426A20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E8B-0A86-4C8E-9261-3B1BF0C71F5D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43DA9-F84E-D933-9182-ECF46D02D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783059-FB57-978A-9D66-990DAEE81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539C5-B9CB-4F22-B0FE-F4BFB2E1A1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30189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FC72-BEFF-2F66-5EA8-AA067E523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644FA-DFBF-233C-BAC2-3272516DDF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C8E8E5-300E-457F-1442-A7A00400D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659CBC-C13C-0CF6-9380-6D4207B6C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E8B-0A86-4C8E-9261-3B1BF0C71F5D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FDFE8-321D-0BA7-A8D8-F0C14B233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880910-4CAF-E0EB-1C0B-DAA8F90FC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539C5-B9CB-4F22-B0FE-F4BFB2E1A1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84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D943D-8A6D-43A3-8B04-943B3DE41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E80739-7E43-EBF0-6771-E8166B728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E87D0B-976B-BBDE-2403-AE7AF127DF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63E295-9FB3-5D1D-DE99-D64819AB97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0F71B5-8D79-E212-9D89-C4F759EF85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A874AC-19C9-CF3B-B9A8-166B511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E8B-0A86-4C8E-9261-3B1BF0C71F5D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FF45CB-BDD9-674B-437A-29C44494A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59F3D2-EFA1-DAEF-F8C4-38E450093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539C5-B9CB-4F22-B0FE-F4BFB2E1A1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86349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BE42A-2F44-FFFB-9EE6-398DDB20E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57B2AA-F8D1-06BC-E7E8-26A2A0186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E8B-0A86-4C8E-9261-3B1BF0C71F5D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DE947-45E7-72E3-8011-B6C196F7E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C5CDDE-7EEF-D78D-D14E-9B44D4B35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539C5-B9CB-4F22-B0FE-F4BFB2E1A1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06264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8EFF85-4BFE-9A7C-2DDD-67E0A379D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E8B-0A86-4C8E-9261-3B1BF0C71F5D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E69F3F-C1D5-0851-719A-B8E9304A1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FC66D1-D74E-8202-1129-8E8CBA54D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539C5-B9CB-4F22-B0FE-F4BFB2E1A1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4358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686CA-79A0-5908-903D-00A043268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0A663-B365-DE43-659B-4C667F7D5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2420B6-1E25-A8F1-B88B-CE4C694E1E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F119BE-31B7-6380-46BB-73542452D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E8B-0A86-4C8E-9261-3B1BF0C71F5D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571FD-168E-6BE7-941D-300636048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9A2134-6D93-A807-7D2F-5F959526A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539C5-B9CB-4F22-B0FE-F4BFB2E1A1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19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2299A-6B27-1BBE-DC21-8D623F25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AE0490E-4679-3CA1-09EF-4DE4607DCE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F87D52-9D41-081C-0900-78A55DC1E5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7E67C4-F7DA-7831-CA08-75C7E0173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E8B-0A86-4C8E-9261-3B1BF0C71F5D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02F696-CF0F-24C9-E68A-C665A9CED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24E2C6-53B8-7BE1-F400-282A28713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539C5-B9CB-4F22-B0FE-F4BFB2E1A1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5006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0219B-50E2-7293-5960-D7D29BDA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9499DE-2533-0A83-091B-73261BF1C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64311C-FC7D-18AC-9837-5C110238A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E8B-0A86-4C8E-9261-3B1BF0C71F5D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0033C-D0E6-BE7C-3A4A-FBC42291D0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2DC8C3-135B-C06D-C835-BC50C18D0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539C5-B9CB-4F22-B0FE-F4BFB2E1A1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42918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D45F5A8-BEFC-B29B-5FEE-A28FD777E9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C07614-B52F-CBA6-30B7-53F76384E7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2A278-D017-56ED-D570-C4951B37B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E8B-0A86-4C8E-9261-3B1BF0C71F5D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7B653-0964-787E-6EB0-01526D728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B040F-1CE4-F250-133C-744A4E5E3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B539C5-B9CB-4F22-B0FE-F4BFB2E1A1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4958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B71528-4B1E-AC1F-9C95-D4EAC331E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034E3-A90E-71B1-96C8-1F1CB45911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42BDC-FAA4-20F0-37FE-6AED8A2A92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2C0E8B-0A86-4C8E-9261-3B1BF0C71F5D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093E56-3ED8-EDA8-A22D-E6E83FDACD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676F2-3CDB-EE7D-B9F3-51123BE304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539C5-B9CB-4F22-B0FE-F4BFB2E1A1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4144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9106C-3DCC-5800-2B8D-D3F32884F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variables and Statistical measures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431726-58D8-9888-387D-E3AEC8F4B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A random variable is a numerical outcome of a random process or event.</a:t>
            </a:r>
          </a:p>
          <a:p>
            <a:pPr algn="just"/>
            <a:r>
              <a:rPr lang="en-US" dirty="0"/>
              <a:t>It's a function that maps possible outcomes from a random event (the sample space) to real numbers.</a:t>
            </a:r>
          </a:p>
          <a:p>
            <a:pPr algn="just"/>
            <a:r>
              <a:rPr lang="en-US" dirty="0"/>
              <a:t>For example, when rolling a die, the possible outcomes are {1, 2, 3, 4, 5, 6}, and the random variable can simply represent the number on the face of the die. 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66469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4CAF6-43C3-97C2-C185-4499479F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Statistical Measures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7BABF0-FE40-197E-B859-C1D53A2EA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Statistical measures describe the characteristics of a random variable's probability distribution. 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8124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ECD4F-E252-7ECC-9BB9-BE6FDE9EE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VARIABLE</a:t>
            </a:r>
            <a:endParaRPr lang="en-IN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326E5BD-F7D0-C882-2359-8FBC7CF4C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7433" y="1871715"/>
            <a:ext cx="9740567" cy="3437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211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AFA7766-1C2F-E2F2-00FB-95DE367067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0513" y="487124"/>
            <a:ext cx="11158330" cy="602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730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8F611-4C6A-E060-D92E-635C7D3F8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Random Variables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694B5-0795-F6A2-DBD8-5F4A6AC69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b="1" dirty="0"/>
              <a:t>Discrete Random Variables</a:t>
            </a:r>
          </a:p>
          <a:p>
            <a:pPr algn="just"/>
            <a:r>
              <a:rPr lang="en-US" dirty="0"/>
              <a:t>These can only take a finite number of values or an infinite sequence of values.</a:t>
            </a:r>
          </a:p>
          <a:p>
            <a:pPr algn="just"/>
            <a:r>
              <a:rPr lang="en-US" dirty="0"/>
              <a:t>Example: The number of defective items in a batch of products. </a:t>
            </a:r>
          </a:p>
          <a:p>
            <a:pPr marL="0" indent="0" algn="just">
              <a:buNone/>
            </a:pPr>
            <a:r>
              <a:rPr lang="en-US" b="1" dirty="0"/>
              <a:t>Continuous Random Variables</a:t>
            </a:r>
          </a:p>
          <a:p>
            <a:pPr algn="just"/>
            <a:r>
              <a:rPr lang="en-US" dirty="0"/>
              <a:t>These can take on any value within a given range or interval.</a:t>
            </a:r>
          </a:p>
          <a:p>
            <a:pPr algn="just"/>
            <a:r>
              <a:rPr lang="en-US" dirty="0"/>
              <a:t>Example: The weight of a randomly selected person, which can be any value within a range of weights.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74663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FE6C7BD-936F-DB57-B98E-9F316F85D6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4530" y="397672"/>
            <a:ext cx="11104253" cy="609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9882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FD12B-A6D4-A941-8442-CE1F16EE3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884" y="-81372"/>
            <a:ext cx="10515600" cy="1325563"/>
          </a:xfrm>
        </p:spPr>
        <p:txBody>
          <a:bodyPr/>
          <a:lstStyle/>
          <a:p>
            <a:r>
              <a:rPr lang="en-US" dirty="0"/>
              <a:t>RANDOM VARIABLE EXAMPLE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004321B-09B8-8979-CE7E-B185D34DAC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2393" y="1068797"/>
            <a:ext cx="9289026" cy="23602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1E170B2-9E1E-C9AF-50C2-05B4507962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393" y="3362721"/>
            <a:ext cx="6843353" cy="2819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3D4C87-7F4C-A711-05D9-BA9A774AD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154" y="3680185"/>
            <a:ext cx="5654530" cy="31778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3F0846-F056-0BDD-A6E0-29D444E99476}"/>
              </a:ext>
            </a:extLst>
          </p:cNvPr>
          <p:cNvSpPr txBox="1"/>
          <p:nvPr/>
        </p:nvSpPr>
        <p:spPr>
          <a:xfrm>
            <a:off x="6020628" y="3895870"/>
            <a:ext cx="609765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PROBABILITY OF THE RANDOM VARIABLE ‘X’</a:t>
            </a:r>
          </a:p>
          <a:p>
            <a:endParaRPr lang="en-US" sz="2400" dirty="0"/>
          </a:p>
          <a:p>
            <a:pPr lvl="2"/>
            <a:r>
              <a:rPr lang="en-US" sz="2400" dirty="0"/>
              <a:t>P(X=0)=1/8</a:t>
            </a:r>
          </a:p>
          <a:p>
            <a:pPr lvl="2"/>
            <a:r>
              <a:rPr lang="en-US" sz="2400" dirty="0"/>
              <a:t>P(X=1)=3/8</a:t>
            </a:r>
          </a:p>
          <a:p>
            <a:pPr lvl="2"/>
            <a:r>
              <a:rPr lang="en-US" sz="2400" dirty="0"/>
              <a:t>P(X=2)=3/8</a:t>
            </a:r>
          </a:p>
          <a:p>
            <a:pPr lvl="2"/>
            <a:r>
              <a:rPr lang="en-US" sz="2400" dirty="0"/>
              <a:t>P(X=3)=1/8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583097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4D773-83A3-BEEE-865E-08A02875A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Probability Mass Function(PMF)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EAD4ADE-E999-9C4A-E1FB-A326157BAB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52052" y="1435510"/>
            <a:ext cx="9242932" cy="50573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7DADB9-ACBB-A863-0C57-485538B197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120" y="779712"/>
            <a:ext cx="1185679" cy="655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206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E8BC35C-E87D-0A13-B133-97AE16B4201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0" y="844550"/>
            <a:ext cx="7864475" cy="352901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10C968C-9F51-8E58-55B8-2C43782292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771" y="275271"/>
            <a:ext cx="4801016" cy="3962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26562C-BBF2-6D6E-340D-053CF4096B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397747"/>
            <a:ext cx="6149873" cy="30711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53A698E-BE4C-3078-7720-1B0E5C291F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771" y="5820663"/>
            <a:ext cx="8344623" cy="762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420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0389C94-8534-5041-E150-420115712D9E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403367" y="1531662"/>
            <a:ext cx="10240963" cy="50498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C52FA02-6668-7D26-2C61-33497291C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67" y="429393"/>
            <a:ext cx="8937136" cy="634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413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9047122-A1BF-4A9B-8B4E-BA392EF5B909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6410739" y="1582887"/>
            <a:ext cx="5781261" cy="4351338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9E5509-362F-3D90-5980-D8F653376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673" y="233776"/>
            <a:ext cx="5938681" cy="5041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597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B5259B9-ABCC-07D0-C30D-1404AEEEDA40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421630" y="1201738"/>
            <a:ext cx="10551169" cy="49117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61B4E0-DA4B-A4F6-EC05-A4479A93C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631" y="365931"/>
            <a:ext cx="5858987" cy="55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120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81D325F-6D01-7725-0C07-6320846060E6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437322" y="966028"/>
            <a:ext cx="11585175" cy="5275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068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F14929-E7F9-5045-1494-1784C9FD9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91" y="182562"/>
            <a:ext cx="11236235" cy="649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2458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282D4-CEEC-5999-D382-8DD01E8775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003852" y="365125"/>
            <a:ext cx="9511748" cy="1325563"/>
          </a:xfrm>
        </p:spPr>
        <p:txBody>
          <a:bodyPr/>
          <a:lstStyle/>
          <a:p>
            <a:r>
              <a:rPr lang="en-US" dirty="0"/>
              <a:t>PDF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5CC149-F399-C85A-DB89-1E77214AF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846" y="2139251"/>
            <a:ext cx="8420830" cy="24538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0E35CC-5332-83C3-4568-1EBBF9141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4244" y="4718749"/>
            <a:ext cx="8436071" cy="9297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9617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084D7-9EE6-2EA9-77A8-B683BB00C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measures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CC527-F72A-73FD-F286-94A6D0743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Statistical measures are numerical values that describe key characteristics of a dataset, including measures of central tendency (like the mean, median, and mode) which summarize the center of the data.</a:t>
            </a:r>
          </a:p>
          <a:p>
            <a:pPr algn="just"/>
            <a:r>
              <a:rPr lang="en-US" dirty="0"/>
              <a:t>and measures of dispersion (such as range, variance, and standard deviation) which describe the spread or variability of the data.</a:t>
            </a:r>
          </a:p>
          <a:p>
            <a:pPr algn="just"/>
            <a:r>
              <a:rPr lang="en-US" dirty="0"/>
              <a:t> Together, these measures provide a concise summary of a dataset's properties.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36920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8BAFAB7-8BD5-9D3C-5916-E320D7B0B7F6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1206651" y="2201840"/>
            <a:ext cx="10190114" cy="35330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36B6AA-3F66-CED9-2C90-CD4AC26FF9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651" y="829768"/>
            <a:ext cx="5512914" cy="92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3158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435B0-C3AD-A449-6C7D-6B7B205B1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 dirty="0">
                <a:solidFill>
                  <a:srgbClr val="FF0000"/>
                </a:solidFill>
                <a:cs typeface="Times New Roman" panose="02020603050405020304" pitchFamily="18" charset="0"/>
              </a:rPr>
              <a:t>MEAN/EXPECTED VALUE OF A RANDOM VARIABLE</a:t>
            </a:r>
            <a:endParaRPr lang="en-IN" sz="3200" b="1" dirty="0">
              <a:solidFill>
                <a:srgbClr val="FF0000"/>
              </a:solidFill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1ECE38-40C8-2CE5-6B18-009FF57C51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1548" y="2123768"/>
            <a:ext cx="9399639" cy="351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4580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1CF385C-9A98-BD03-2896-E954CB0A50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199" y="345210"/>
            <a:ext cx="10676871" cy="6159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933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38741C-8F10-EBB7-90D5-75826DCF4D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63" y="165614"/>
            <a:ext cx="11315723" cy="6489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381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FABB0-77A7-3071-5417-708F54059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MEDIAN</a:t>
            </a:r>
            <a:endParaRPr lang="en-IN" b="1" dirty="0">
              <a:solidFill>
                <a:srgbClr val="FF000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68598B6-8226-7322-7EF4-8EF308881D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199" y="1436471"/>
            <a:ext cx="10681253" cy="5008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9676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D7FAD-C02D-B414-3A49-B59F917A0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F0000"/>
                </a:solidFill>
              </a:rPr>
              <a:t>MODE</a:t>
            </a:r>
            <a:endParaRPr lang="en-IN" b="1" dirty="0">
              <a:solidFill>
                <a:srgbClr val="FF000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A3461FD-372C-35EA-AF94-A89123FE71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6147" y="1772595"/>
            <a:ext cx="8534265" cy="3359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3466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AD7122F-1D00-BC58-E668-5EDB8A6E6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965" y="1376326"/>
            <a:ext cx="10273748" cy="51527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DA7E72-ADBD-4CFF-1EF2-01E2E7FFDF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965" y="393642"/>
            <a:ext cx="7013713" cy="677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48670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9C6D3-517E-D417-369A-D86BD0F82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8CE4658-A596-6CB3-D15B-08117B9E5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8887" y="343946"/>
            <a:ext cx="5186180" cy="50087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70E84CD-FFEA-DF44-B9C5-84A7D55EA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914" y="1061706"/>
            <a:ext cx="10012172" cy="5199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727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0E6CF-A2B8-4BDB-746A-7E0C69F45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Measures Of Dispersion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43913AC-6E7A-B3E4-9041-AA81CF2DB5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8184" y="1823143"/>
            <a:ext cx="8446255" cy="1962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376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781E1-B781-620D-3D39-26677085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590232A-A18B-C4AC-822F-A1057A719B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550" y="1830532"/>
            <a:ext cx="8697123" cy="2233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0621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6A29E-C94D-89BD-2010-772DDDB229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Interquartile Range(IQR)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6C5B705-6523-B3E2-EAA8-C46294AC96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551" y="1523190"/>
            <a:ext cx="9880345" cy="46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87622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C9552-228B-0EB8-AC54-842E15F7B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and Standard Deviation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F031680-089F-042F-07D8-8B3D9C5B24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1609" y="1690687"/>
            <a:ext cx="10079974" cy="4802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0077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8E952-CAAF-86CF-A812-CF0DCA794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72AF4-FCD6-9E6E-A96F-A23033EEBA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6399AF-90ED-7705-4594-709145C58B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058" y="255639"/>
            <a:ext cx="9891252" cy="6351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819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0B16C-9A86-B3FE-38BA-90274F235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BB7F1-0DC3-1408-5BFA-CB243AB83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413076-D1B9-292D-06D2-14A408182F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339" y="277589"/>
            <a:ext cx="7635902" cy="3962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7065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99962-F09D-025F-599D-0BCEFD78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89AA8-3BC6-957F-CD9C-A3F40DCA8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13E200-5B47-7B0F-A871-45218E06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136" y="818924"/>
            <a:ext cx="8161727" cy="5220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0926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51D7D-83F7-4746-D969-FCA8B1051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E4F7E-6001-340E-71F3-2326889E1A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D4CCE-D944-FC83-9D0C-61CAF77164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124" y="483931"/>
            <a:ext cx="8207451" cy="41761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A4937-A36E-FC1D-8E8D-03EB228F5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124" y="4957458"/>
            <a:ext cx="8314140" cy="92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582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5B19D-D2F1-C623-520C-D70330ADB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A2C8EB-6C69-8E00-0671-9377335BB3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74962E-2813-C7EA-B95A-D88C86B68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561" y="589935"/>
            <a:ext cx="9163769" cy="5338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0282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C3B21-FE99-9984-4638-B2FB9C421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Skewness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CB085A-5FDA-4926-4B0C-14DCA10CD6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1168" y="1542724"/>
            <a:ext cx="8096290" cy="347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4533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2FD58-B31E-9683-D49D-D7DD1F9D1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Kurtosis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6870E9-90DE-6CD6-971E-8639C2477E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41930" y="1690687"/>
            <a:ext cx="8778817" cy="3982525"/>
          </a:xfrm>
          <a:prstGeom prst="rect">
            <a:avLst/>
          </a:prstGeom>
        </p:spPr>
      </p:pic>
      <p:pic>
        <p:nvPicPr>
          <p:cNvPr id="3074" name="Picture 2" descr="Kurtosis - KeyToDataScience">
            <a:extLst>
              <a:ext uri="{FF2B5EF4-FFF2-40B4-BE49-F238E27FC236}">
                <a16:creationId xmlns:a16="http://schemas.microsoft.com/office/drawing/2014/main" id="{FB8D110D-D46B-E520-311D-BF48179ADA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9450" y="619125"/>
            <a:ext cx="5162550" cy="2809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18089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02E72-5266-C0FC-3711-7EBB0B8ED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Dataset given</a:t>
            </a:r>
            <a:endParaRPr lang="en-IN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C5A3A54-0FFF-5E90-39E3-D0F65D59AA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4091" y="1690688"/>
            <a:ext cx="5906012" cy="20347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A446C3-5F53-579F-C6DC-9472EC777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091" y="3970436"/>
            <a:ext cx="5723116" cy="25224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90F470-AB64-8A30-D038-105DCEB8B9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5057" y="1278000"/>
            <a:ext cx="5806943" cy="21414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5CE4CE6-454C-AA7F-818F-6889D8EAE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0936" y="881726"/>
            <a:ext cx="3330229" cy="3962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D12099-01A2-485C-55FF-FF500DCC3C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0103" y="4035643"/>
            <a:ext cx="5365084" cy="231599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68BFF0-6DE8-8E74-ADDF-D427152CD7C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4036" y="3503233"/>
            <a:ext cx="1044030" cy="312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0671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04DD-140A-EA8E-8FF1-B36C0E865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22AC259-2602-C749-C697-CA253B04E6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56268" y="4251229"/>
            <a:ext cx="6835732" cy="233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9850721-D148-D945-F868-C8EAFCFDC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5799" y="136505"/>
            <a:ext cx="1104996" cy="4572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672FF6-A72E-53F6-A75E-72CA84081A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465" y="671466"/>
            <a:ext cx="6345109" cy="30177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70D6EC-6C88-1B02-B06B-112FE92C58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4990" y="3573965"/>
            <a:ext cx="1577477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33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322</Words>
  <Application>Microsoft Office PowerPoint</Application>
  <PresentationFormat>Widescreen</PresentationFormat>
  <Paragraphs>37</Paragraphs>
  <Slides>37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Arial</vt:lpstr>
      <vt:lpstr>Calibri</vt:lpstr>
      <vt:lpstr>Calibri Light</vt:lpstr>
      <vt:lpstr>Times New Roman</vt:lpstr>
      <vt:lpstr>Office Theme</vt:lpstr>
      <vt:lpstr>Random variables and Statistical measures</vt:lpstr>
      <vt:lpstr>Statistical Measures</vt:lpstr>
      <vt:lpstr>RANDOM VARIABLE</vt:lpstr>
      <vt:lpstr>PowerPoint Presentation</vt:lpstr>
      <vt:lpstr>Types of Random Variables </vt:lpstr>
      <vt:lpstr>PowerPoint Presentation</vt:lpstr>
      <vt:lpstr>RANDOM VARIABLE EXAMPLE</vt:lpstr>
      <vt:lpstr>Probability Mass Function(PMF)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PDF</vt:lpstr>
      <vt:lpstr>Statistical measures</vt:lpstr>
      <vt:lpstr>PowerPoint Presentation</vt:lpstr>
      <vt:lpstr>MEAN/EXPECTED VALUE OF A RANDOM VARIABLE</vt:lpstr>
      <vt:lpstr>PowerPoint Presentation</vt:lpstr>
      <vt:lpstr>PowerPoint Presentation</vt:lpstr>
      <vt:lpstr>MEDIAN</vt:lpstr>
      <vt:lpstr>MODE</vt:lpstr>
      <vt:lpstr>PowerPoint Presentation</vt:lpstr>
      <vt:lpstr>PowerPoint Presentation</vt:lpstr>
      <vt:lpstr>Measures Of Dispersion</vt:lpstr>
      <vt:lpstr>Range</vt:lpstr>
      <vt:lpstr>Interquartile Range(IQR)</vt:lpstr>
      <vt:lpstr>Variance and Standard Deviation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Skewness</vt:lpstr>
      <vt:lpstr>Kurtosis</vt:lpstr>
      <vt:lpstr>Example: Dataset given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Neethu Suman</dc:creator>
  <cp:lastModifiedBy>Neethu Suman</cp:lastModifiedBy>
  <cp:revision>1</cp:revision>
  <dcterms:created xsi:type="dcterms:W3CDTF">2026-08-31T06:08:57Z</dcterms:created>
  <dcterms:modified xsi:type="dcterms:W3CDTF">2026-08-31T06:09:28Z</dcterms:modified>
</cp:coreProperties>
</file>