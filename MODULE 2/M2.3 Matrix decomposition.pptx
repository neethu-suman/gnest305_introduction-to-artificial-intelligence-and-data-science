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2" r:id="rId2"/>
    <p:sldId id="313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1F02F-FDC8-468F-86A7-3CBC7EF4D2B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0D83C-3573-408F-A027-3922DAD05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2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5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2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9385-BE92-90A0-02E6-69BDE207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FE42C-3805-D97D-F092-2C67BB79E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6FBC-3983-CEB9-CDE5-81193D67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FB5D-4A35-EF68-797A-EF36E05C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15E0A-C215-892B-DCE0-884BA9F4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4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F06C-803B-2DA6-29AF-55A48548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0394-AAF7-9C53-6031-5D04C8E78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7565-0B8E-CF63-72BD-F8DEA6BB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009E6-81E5-E59E-6557-77913C3E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C553D-4731-B5AD-6274-5E63B9A1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95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E860-E641-D4AE-914A-E9F2AF5C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7AAFA-A1CA-3A24-62AB-81E7CF9A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C6FA-BECD-1567-410D-91360867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22C63-7482-8573-BBCF-22D76DB2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1F28C-E270-787F-7618-5CB5BC5C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6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F4E0-698F-E7AE-57A6-FAB12F2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09E0F-5C6E-B7C4-FFF8-05C868F74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0C719-B173-1E75-3983-AFEA3B0E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0AFF4-25E7-EDA8-9DFA-4F2DEF27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6F0E6-7ECD-4029-66BF-260B465B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FD89D-6C17-8AE5-4BF8-BA0129B4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3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BDFF-34F8-34D4-0259-0AA8F1D59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AFBE2-3189-2E16-3B29-35E0F1EE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FFA62-AA58-E6F8-1B83-74DAA37CA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E494F-EF06-0691-5F67-2260EA6F3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A2F66-FCCC-1CE2-7F36-64496F51B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40E67-5E7D-20A2-0225-CE2C7004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97B21-A68D-548E-F84D-5298F7CE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A6645-DE32-EDC8-17F8-80CE57F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44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429D-BFF2-93E6-D746-1397469C8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FF4B2-3293-4D00-F1F9-2E561833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64507-406D-071B-390C-CDDA79F7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15F81-350A-7EDE-495B-ECCB5C53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4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FFE0A-A01B-208B-F433-FCCCE139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7B1AC-06BE-D504-0A99-B75C581A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200DC-F67B-A1C5-DE71-707F111A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96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72E0-7222-19D0-52B0-9F1C1D3C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9357A-75D3-C8FC-2F00-C122AE62A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755C0-F572-DF0F-7637-919BB8622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701D6-FBA0-D55B-24F7-35DD15FD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E73DC-0468-D818-6B76-E4A15E0D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FC5E2-2CF7-1766-D041-2CB94230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83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AA3D-C858-2300-66A5-3BC97ABE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3BFBB-A9D0-7446-7005-FC5C4A216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CC086-BF40-FAA1-1031-20B9A6A1C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9DDFE-7ACA-29E7-EB25-9B317BC4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A6767-B179-EF60-52FA-D96176E6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F442C-9ACE-BF55-B6A2-EE8306AB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93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42FC-2953-4F13-1B41-1DD1A38E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5410E-411F-D108-38D9-228EA6793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0D287-53FB-4B62-12D1-C32607E1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EFD0-2BD1-52CF-E08A-3F6AF6D7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7EFBB-26DA-C8A7-ADCD-F5715978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2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2AD0E-C8B3-8170-65D3-E03D3E899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20597-5FFA-A4F4-19E6-68FA0D99E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A5F1-3D8E-90EF-544E-F0C3B761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552F5-4693-BFD9-AE4F-05F07610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326B-80A8-8579-C2E5-0348F547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5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2E21B-0C6D-825B-ADB1-54B500ED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B40FD-6EA9-37A5-F1A6-28F97E8B6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370F-D0DF-AE32-196D-CBBFE1268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552AB-D3EA-4C06-AF4F-BC6520FE0A8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5C1BF-5731-F4D5-22A7-C1337EA66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212DD-968A-EC6E-A639-082255BE0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E3962-C09F-4618-8C9B-D2D45447B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47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 txBox="1"/>
          <p:nvPr/>
        </p:nvSpPr>
        <p:spPr>
          <a:xfrm>
            <a:off x="997688" y="1636885"/>
            <a:ext cx="1019662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400"/>
              <a:t>Matrix decomposition (also called matrix factorization) is a process of breaking a matrix into a product of simpler or more structured matrices. It's a core concept in linear algebra used widely in: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Solving systems of linear equations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Data compression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Machine learning</a:t>
            </a:r>
            <a:endParaRPr/>
          </a:p>
        </p:txBody>
      </p:sp>
      <p:sp>
        <p:nvSpPr>
          <p:cNvPr id="449" name="Google Shape;449;p49"/>
          <p:cNvSpPr txBox="1"/>
          <p:nvPr/>
        </p:nvSpPr>
        <p:spPr>
          <a:xfrm>
            <a:off x="3952211" y="703152"/>
            <a:ext cx="405366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Matrix decomposition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endParaRPr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/>
        </p:nvSpPr>
        <p:spPr>
          <a:xfrm>
            <a:off x="1103128" y="914976"/>
            <a:ext cx="1002916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0070C0"/>
                </a:solidFill>
              </a:rPr>
              <a:t>Why decompose a matrix?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b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Matrix operations (like solving Ax=b) can be computationally expensive. Decomposition helps by turning a complex matrix into simpler parts that are easier to work with.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 txBox="1"/>
          <p:nvPr/>
        </p:nvSpPr>
        <p:spPr>
          <a:xfrm>
            <a:off x="816048" y="573353"/>
            <a:ext cx="10156753" cy="587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0070C0"/>
                </a:solidFill>
              </a:rPr>
              <a:t>The Core Idea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endParaRPr sz="3200" b="1">
              <a:solidFill>
                <a:srgbClr val="0070C0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400"/>
              <a:t>You start with a matrix A, and decompose it, A=M1⋅M2⋅M3….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400"/>
              <a:t>These smaller matrices can be: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Diagonal</a:t>
            </a:r>
            <a:endParaRPr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Triangular</a:t>
            </a:r>
            <a:endParaRPr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Orthogonal (rotation/reflection matrices)</a:t>
            </a:r>
            <a:endParaRPr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Sparse</a:t>
            </a:r>
            <a:endParaRPr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Simpler in some computational way</a:t>
            </a:r>
            <a:endParaRPr/>
          </a:p>
          <a:p>
            <a:pPr marL="285750" lvl="0" indent="-1333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These simpler matrices can have special properties that make them faster to compute with, easier to invert and more interpretable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/>
        </p:nvSpPr>
        <p:spPr>
          <a:xfrm>
            <a:off x="1095155" y="989679"/>
            <a:ext cx="10292316" cy="390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0070C0"/>
                </a:solidFill>
              </a:rPr>
              <a:t>Spectral Decomposition (Eigen Decomposition)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/>
              <a:t>Spectral Decomposition is a way of expressing a </a:t>
            </a:r>
            <a:r>
              <a:rPr lang="en-US" sz="2400">
                <a:solidFill>
                  <a:srgbClr val="0070C0"/>
                </a:solidFill>
              </a:rPr>
              <a:t>real, square, symmetric matrix </a:t>
            </a:r>
            <a:r>
              <a:rPr lang="en-US" sz="2400"/>
              <a:t>using its eigenvalues and eigenvectors.</a:t>
            </a:r>
            <a:endParaRPr/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/>
              <a:t>Spectral Decomposition (also called </a:t>
            </a:r>
            <a:r>
              <a:rPr lang="en-US" sz="2400" i="1"/>
              <a:t>Eigen decomposition</a:t>
            </a:r>
            <a:r>
              <a:rPr lang="en-US" sz="2400"/>
              <a:t>) is a method used to break down a square symmetric matrix into its eigenvalues and eigenvectors. It’s a fundamental concept in linear algebra, especially useful in systems analysis, quantum mechanics, and data science.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950" y="201389"/>
            <a:ext cx="6612347" cy="6455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 rotWithShape="1">
          <a:blip r:embed="rId3">
            <a:alphaModFix/>
          </a:blip>
          <a:srcRect b="43101"/>
          <a:stretch/>
        </p:blipFill>
        <p:spPr>
          <a:xfrm>
            <a:off x="699653" y="552893"/>
            <a:ext cx="8507889" cy="428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046226" cy="7076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2294"/>
            <a:ext cx="12192000" cy="678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47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413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4261596"/>
            <a:ext cx="11946835" cy="259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Widescreen</PresentationFormat>
  <Paragraphs>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2026-07-22T17:03:41Z</dcterms:created>
  <dcterms:modified xsi:type="dcterms:W3CDTF">2026-07-22T17:04:20Z</dcterms:modified>
</cp:coreProperties>
</file>